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97DB5F-19BB-2DE0-2501-5DCFEA3BDE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F931453-47C7-748A-A3AA-AED1F8F10B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DBB6DE7-8B2C-5C33-9EC0-3B1BAE768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A3EE2-1C62-4FC4-9248-A39B6BA6BBAB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80A884-6D68-5327-6255-5B2D5A48D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A91BEE-3A69-879C-0E3B-3B043615F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CFE8-92F9-4F53-951B-7D94781548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7956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8671B9-8779-4742-F7C7-5EAE47CCC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3C59E8-C30F-60B2-3958-C71DE7EDC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34FF98-AE76-2FF8-CA98-C3DD87DCA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A3EE2-1C62-4FC4-9248-A39B6BA6BBAB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FE6884-3894-1353-1414-1948B5E50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1D5727-B675-262A-E606-3BAF53654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CFE8-92F9-4F53-951B-7D94781548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3809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13940B-3F80-4516-EBE5-B67F8EB17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B447102-CE8B-E682-7EB7-6117D3DE8E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AADFD3-31F6-BEA8-FCFA-E2C83BAC8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A3EE2-1C62-4FC4-9248-A39B6BA6BBAB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50850EC-C643-BECE-8CCB-E2C7FA76C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331D2B-FF6E-F597-B19E-19B04CFE0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CFE8-92F9-4F53-951B-7D94781548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8590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D3A7A6-EBF5-0FFF-8A94-C116A0568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9E6E36-5894-B251-FAE1-C37185294E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3217470-1F3E-6906-1502-A71FCAB9FB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47ACCEF-A000-C61B-ED21-2920563E6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A3EE2-1C62-4FC4-9248-A39B6BA6BBAB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0FBEEE0-2F99-3AF0-879D-FF05E4D02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A9A3EED-D8E4-5A32-9B08-1F5F0CE80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CFE8-92F9-4F53-951B-7D94781548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0113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55F70A-5F2B-8D05-9807-16EEAC9F9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1E0792A-EDFE-4318-279D-6EB8727F67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10E2753-0EBB-2608-F2F6-BE7687D4F2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30CEE49-B77A-306A-2870-EC21F2FD61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2113CB9-604F-DF40-7EEC-280175BB54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F9CF772-0A27-EF9D-ACAF-93E34C860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A3EE2-1C62-4FC4-9248-A39B6BA6BBAB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9341290-6A49-6658-AEB7-006C32023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FA346F8-B162-A460-4081-758118844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CFE8-92F9-4F53-951B-7D94781548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4295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0C033D-8D02-57D2-0BF1-47068ABB7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3A690D7-4ABF-9036-6FBC-09434737C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A3EE2-1C62-4FC4-9248-A39B6BA6BBAB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C989836-5E35-8E37-4229-BFA8810AF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E4A79BB-F4C0-5A40-0F65-FC88773F9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CFE8-92F9-4F53-951B-7D94781548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6368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6D2D2EF-5D78-7D78-7123-833B430EC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A3EE2-1C62-4FC4-9248-A39B6BA6BBAB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24CB5CE-87A4-05BD-87B8-346057742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CA8D2D2-5D73-C81F-6A16-1B9233ED8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CFE8-92F9-4F53-951B-7D94781548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732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F40D5C-9226-BBA9-836C-3D1598AFA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242085-6B45-5592-C758-0380DF865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7DDA3DE-370E-BEC9-EC76-73F288BE09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431DF9B-CB5B-4AFC-8080-858A4BF50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A3EE2-1C62-4FC4-9248-A39B6BA6BBAB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D6F5AD8-3C69-AD9A-81A2-B73436EA5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09EB92E-C101-F78F-89B5-50D34DABE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CFE8-92F9-4F53-951B-7D94781548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176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C0C009-869D-CCE0-608E-F59034004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F49ECB2-9B56-E4C2-D218-62827F4B23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E13E48-CC49-040A-A03C-53DF932D65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88F2383-61C9-5D67-ABC7-5BDC336D9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A3EE2-1C62-4FC4-9248-A39B6BA6BBAB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E1145BB-2BAB-8A20-7529-BB2A2B55C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57BF676-2962-FCD4-38C8-99C818762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CFE8-92F9-4F53-951B-7D94781548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0767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35E815-08DE-6C10-32BE-C69B70242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0BD480B-86FC-50B4-A823-D0B6863F75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B242B23-606D-24CF-F366-E2EEFDF20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A3EE2-1C62-4FC4-9248-A39B6BA6BBAB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2C4288-8F22-4D9B-4C44-B42F47AD5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D74606E-CB56-634E-326D-D01DCDBC9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CFE8-92F9-4F53-951B-7D94781548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5982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4955F37-B0B7-11FD-8D9B-579C9662FE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6859967-B906-E4C7-D1DF-E74CF5D81A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EE391FE-B66B-0272-660C-98E3D6179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A3EE2-1C62-4FC4-9248-A39B6BA6BBAB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3DFA44B-F19E-C88C-F042-51A8681E9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1A85E43-6279-770A-421F-AEBC973EE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CFE8-92F9-4F53-951B-7D94781548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9977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C8D37B-AA34-C569-9660-F1B4F33B2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CB5B715-BB5D-A09B-2A1D-60BEFA7A7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140E54E-725B-E01F-5B7E-145FA9ADF4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5A3EE2-1C62-4FC4-9248-A39B6BA6BBAB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A14F14-F1C3-7EB7-4FB4-F7975390A0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EB5F20-2480-A25E-A3B1-FF4B310355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50CFE8-92F9-4F53-951B-7D94781548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3901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logwinow/it-projects-management-isr-1-1/blob/main/ISR_1_1.md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logwinow/it-projects-management-isr-1-1/blob/main/ISR_1_2.md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JI0UrB0F0Z2hYM7_TMcrdc_8pXr3nWrQ/view?usp=sharing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logwinow.github.io/it-projects-management-isr-1-1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logwinow/it-projects-management-isr-1-1/blob/main/ISR_3_1_2.md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logwinow/it-projects-management-isr-1-1/blob/main/ISR_3_1_2.md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logwinow/it-projects-management-isr-1-1/blob/main/ISR_3_3.md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logwinow/it-projects-management-isr-1-1/blob/main/VSR_1.md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JI0UrB0F0Z2hYM7_TMcrdc_8pXr3nWrQ/view?usp=drive_link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logwinow/it-projects-management-isr-1-1/blob/main/VSR_3.md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logwinow/it-projects-management-isr-1-1/blob/main/VSR_4.md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FD5E2F-DF8E-244B-C5BC-7E3D71AB63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800" dirty="0"/>
              <a:t>Отчёт по дисциплине «Управление IT-проектами для корпоративного обучения»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8E50AAB-8F18-9B7A-8A75-505A35405C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ru-RU" sz="1800" dirty="0"/>
              <a:t>Преподаватель </a:t>
            </a:r>
            <a:r>
              <a:rPr lang="ru-RU" sz="1800" dirty="0" err="1"/>
              <a:t>к.п.н</a:t>
            </a:r>
            <a:r>
              <a:rPr lang="ru-RU" sz="1800" dirty="0"/>
              <a:t>., доцент кафедры </a:t>
            </a:r>
            <a:r>
              <a:rPr lang="ru-RU" sz="1800" dirty="0" err="1"/>
              <a:t>ИТиЭО</a:t>
            </a:r>
            <a:r>
              <a:rPr lang="ru-RU" sz="1800" dirty="0"/>
              <a:t> Атаян А.М. </a:t>
            </a:r>
            <a:endParaRPr lang="en-US" sz="1800" dirty="0"/>
          </a:p>
          <a:p>
            <a:pPr algn="r"/>
            <a:r>
              <a:rPr lang="ru-RU" sz="1800" dirty="0"/>
              <a:t>Выполнил студент 2 курса КЭО Логвинов А.Д.</a:t>
            </a:r>
          </a:p>
        </p:txBody>
      </p:sp>
    </p:spTree>
    <p:extLst>
      <p:ext uri="{BB962C8B-B14F-4D97-AF65-F5344CB8AC3E}">
        <p14:creationId xmlns:p14="http://schemas.microsoft.com/office/powerpoint/2010/main" val="1332561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CB641A-6D47-50E9-F095-B02CB916C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606B593-FFE1-BF75-0441-203AC1807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Ознакомиться с процессами управления проектами разработки программного обеспечения при решении профессиональных задач, изучить этапы жизненного цикла ПО, формирующего образовательную среду, обучиться планированию разработки IT-проекта с учётом различных ограничений, приобрести навыков разработки и календарного планирования IT-проектов в средах управления проектами, а также освоить основные инструменты тестирования и отладки программного обеспечения и создаваемых образовательных IT-продуктов.</a:t>
            </a:r>
          </a:p>
        </p:txBody>
      </p:sp>
    </p:spTree>
    <p:extLst>
      <p:ext uri="{BB962C8B-B14F-4D97-AF65-F5344CB8AC3E}">
        <p14:creationId xmlns:p14="http://schemas.microsoft.com/office/powerpoint/2010/main" val="1939163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9EEBDD-F9A0-FA0D-A9C6-6499177CE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ИСР 1.1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A0A60B-13EA-2B55-7BAB-7B6D320CC1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Создать репозиторий в системе контроля версий </a:t>
            </a:r>
            <a:r>
              <a:rPr lang="ru-RU" dirty="0" err="1"/>
              <a:t>Git</a:t>
            </a:r>
            <a:r>
              <a:rPr lang="ru-RU" dirty="0"/>
              <a:t> (на сайте </a:t>
            </a:r>
            <a:r>
              <a:rPr lang="ru-RU" dirty="0" err="1"/>
              <a:t>GitHub</a:t>
            </a:r>
            <a:r>
              <a:rPr lang="ru-RU" dirty="0"/>
              <a:t>) и выполнить базовый набор действий по работе с ним: выполнить операцию </a:t>
            </a:r>
            <a:r>
              <a:rPr lang="ru-RU" dirty="0" err="1"/>
              <a:t>commit</a:t>
            </a:r>
            <a:r>
              <a:rPr lang="ru-RU" dirty="0"/>
              <a:t>, создать ветку, выполнить клонирование репозитория, выполнить слияние двух веток. Создание отчета-репозитория о проделанной работе в </a:t>
            </a:r>
            <a:r>
              <a:rPr lang="ru-RU" dirty="0" err="1"/>
              <a:t>GitHub</a:t>
            </a:r>
            <a:r>
              <a:rPr lang="ru-RU" dirty="0"/>
              <a:t>, оформление с использованием разметки </a:t>
            </a:r>
            <a:r>
              <a:rPr lang="ru-RU" dirty="0" err="1"/>
              <a:t>Markdown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https://github.com/logwinow/it-projects-management-isr-1-1/blob/main/ISR_1_1.md</a:t>
            </a:r>
            <a:r>
              <a:rPr lang="en-US" dirty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4366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C6703C-0E4A-DDA8-A420-7AF087D3A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ИСР 1.2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7C3761-67DA-852E-A233-65C7B9A72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Создание диаграммы </a:t>
            </a:r>
            <a:r>
              <a:rPr lang="ru-RU" dirty="0" err="1"/>
              <a:t>Ганта</a:t>
            </a:r>
            <a:r>
              <a:rPr lang="ru-RU" dirty="0"/>
              <a:t> для организации проектной деятельности по разработке компонента образовательной среды для образовательного учреждения и анализ потенциальных рисков. Создание отчета-репозитория в </a:t>
            </a:r>
            <a:r>
              <a:rPr lang="ru-RU" dirty="0" err="1"/>
              <a:t>GitHub</a:t>
            </a:r>
            <a:r>
              <a:rPr lang="ru-RU" dirty="0"/>
              <a:t>, оформление с использованием разметки </a:t>
            </a:r>
            <a:r>
              <a:rPr lang="ru-RU" dirty="0" err="1"/>
              <a:t>Markdown</a:t>
            </a:r>
            <a:r>
              <a:rPr lang="ru-RU" dirty="0"/>
              <a:t>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https://github.com/logwinow/it-projects-management-isr-1-1/blob/main/ISR_1_2.md</a:t>
            </a:r>
            <a:r>
              <a:rPr lang="en-US" dirty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7880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65690B-971E-C779-2780-7B90E331F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ИСР 2.1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D238E7-1E4A-BC55-5BC5-90B443B95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Создание дизайн-макета IT-продукта для компонента образовательной среды (или электронного образовательного ресурса) или собственного продукта, согласованного с преподавателем.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https://drive.google.com/file/d/1JI0UrB0F0Z2hYM7_TMcrdc_8pXr3nWrQ/view?usp=sharing</a:t>
            </a:r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29976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FE5BDE-FDFF-73CD-F220-42EA91B79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ИСР 2.2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03E989-57B5-90B0-FA95-A139D725D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Создание презентации-глоссария на тему «Гибкая методология SCRUM в образовательном процессе» средствами веб-технологий HTML, CSS, JS (Web- </a:t>
            </a:r>
            <a:r>
              <a:rPr lang="ru-RU" dirty="0" err="1"/>
              <a:t>based</a:t>
            </a:r>
            <a:r>
              <a:rPr lang="ru-RU" dirty="0"/>
              <a:t> </a:t>
            </a:r>
            <a:r>
              <a:rPr lang="ru-RU" dirty="0" err="1"/>
              <a:t>slideshow</a:t>
            </a:r>
            <a:r>
              <a:rPr lang="ru-RU" dirty="0"/>
              <a:t>) и оформление его в виде веб-сайта с использованием сервиса </a:t>
            </a:r>
            <a:r>
              <a:rPr lang="ru-RU" dirty="0" err="1"/>
              <a:t>GitHub</a:t>
            </a:r>
            <a:r>
              <a:rPr lang="ru-RU" dirty="0"/>
              <a:t> </a:t>
            </a:r>
            <a:r>
              <a:rPr lang="ru-RU" dirty="0" err="1"/>
              <a:t>Pages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https://logwinow.github.io/it-projects-management-isr-1-1/</a:t>
            </a:r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68874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20C6DA-45FA-06B0-7921-91546BD13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ИСР 3.1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02D1D83-9F9C-BB8D-0E79-9A5459A34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Организация и проведение юзабилити-тестирования компонента образовательной среды образовательного учреждения и создание отчета о его результатах (в виде презентации или текстового документа) в </a:t>
            </a:r>
            <a:r>
              <a:rPr lang="ru-RU" dirty="0" err="1"/>
              <a:t>GitHub</a:t>
            </a:r>
            <a:r>
              <a:rPr lang="ru-RU" dirty="0"/>
              <a:t>, оформление с использованием разметки </a:t>
            </a:r>
            <a:r>
              <a:rPr lang="ru-RU" dirty="0" err="1"/>
              <a:t>Markdown</a:t>
            </a:r>
            <a:r>
              <a:rPr lang="ru-RU" dirty="0"/>
              <a:t>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https://github.com/logwinow/it-projects-management-isr-1-1/blob/main/ISR_3_1_2.md</a:t>
            </a:r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50168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194F3C-D5D0-9A02-8C4C-76B0E8D56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ИСР 3.2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358938-A69A-B2F1-E5CC-AEF6EF21E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Проведение юзабилити-тестирования с использованием шкалы "System </a:t>
            </a:r>
            <a:r>
              <a:rPr lang="ru-RU" dirty="0" err="1"/>
              <a:t>Usability</a:t>
            </a:r>
            <a:r>
              <a:rPr lang="ru-RU" dirty="0"/>
              <a:t> </a:t>
            </a:r>
            <a:r>
              <a:rPr lang="ru-RU" dirty="0" err="1"/>
              <a:t>Scale</a:t>
            </a:r>
            <a:r>
              <a:rPr lang="ru-RU" dirty="0"/>
              <a:t>" образовательного IT-продукта. Написание отчета по результатам тестирования в </a:t>
            </a:r>
            <a:r>
              <a:rPr lang="ru-RU" dirty="0" err="1"/>
              <a:t>GitHub</a:t>
            </a:r>
            <a:r>
              <a:rPr lang="ru-RU" dirty="0"/>
              <a:t>, оформление с использованием разметки </a:t>
            </a:r>
            <a:r>
              <a:rPr lang="ru-RU" dirty="0" err="1"/>
              <a:t>markdown</a:t>
            </a:r>
            <a:r>
              <a:rPr lang="ru-RU" dirty="0"/>
              <a:t>.</a:t>
            </a:r>
            <a:endParaRPr lang="ru-RU" dirty="0">
              <a:hlinkClick r:id="rId2"/>
            </a:endParaRPr>
          </a:p>
          <a:p>
            <a:pPr marL="0" indent="0">
              <a:buNone/>
            </a:pPr>
            <a:endParaRPr lang="ru-RU" dirty="0">
              <a:hlinkClick r:id="rId2"/>
            </a:endParaRP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https://github.com/logwinow/it-projects-management-isr-1-1/blob/main/ISR_3_1_2.md</a:t>
            </a:r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54919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B78636-4B42-176D-5A61-18A52E0F4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ИСР 3.3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D3677F-5026-F61E-89E4-0A823FBA0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Анализ работы модуля образовательной среды или </a:t>
            </a:r>
            <a:r>
              <a:rPr lang="ru-RU" dirty="0" err="1"/>
              <a:t>ITпродукта</a:t>
            </a:r>
            <a:r>
              <a:rPr lang="ru-RU" dirty="0"/>
              <a:t> корпоративного обучения и создание схемы с последовательностью выполняемых операций и оформление по результатам отчета в репозитории с использованием разметки </a:t>
            </a:r>
            <a:r>
              <a:rPr lang="ru-RU" dirty="0" err="1"/>
              <a:t>Markdown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https://github.com/logwinow/it-projects-management-isr-1-1/blob/main/ISR_3_3.md</a:t>
            </a:r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08679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1E1911-458B-951E-2037-3EA99BBA0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ИСР 4.1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84FA7C-612C-A128-2B9C-B1FC26128C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 ходе работы требуется изучить выбранную систему управления IT-проектами в сфере корпоративного обучения и, применив одну из стратегий ветвления на базе сервиса </a:t>
            </a:r>
            <a:r>
              <a:rPr lang="ru-RU" dirty="0" err="1"/>
              <a:t>GitHub</a:t>
            </a:r>
            <a:r>
              <a:rPr lang="ru-RU" dirty="0"/>
              <a:t>, реализовать добавление нового функционала в существующий программный IT-проект веб-ориентированного компонента образовательной среды. Перед началом разработки необходимо создать запрос на добавление функциональности (</a:t>
            </a:r>
            <a:r>
              <a:rPr lang="ru-RU" dirty="0" err="1"/>
              <a:t>issue</a:t>
            </a:r>
            <a:r>
              <a:rPr lang="ru-RU" dirty="0"/>
              <a:t>) и выполнить планирование временных затрат. По итогам работы следует подготовить отчёт, а также презентацию или одностраничный веб-сайт с ключевыми результатами и представить их в формате публичного выступления.</a:t>
            </a:r>
          </a:p>
        </p:txBody>
      </p:sp>
    </p:spTree>
    <p:extLst>
      <p:ext uri="{BB962C8B-B14F-4D97-AF65-F5344CB8AC3E}">
        <p14:creationId xmlns:p14="http://schemas.microsoft.com/office/powerpoint/2010/main" val="3996295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060662-098C-CE85-84EF-D776D5AB1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ВСР 1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70180D-C9D3-FCCD-99CC-10A62E9C7E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Анализ современных инструментов для быстрого прототипирования интерфейсов ИТ-продуктов. Создание презентации по наиболее эффективному инструменту из проанализированных решений. Публичное выступление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https://github.com/logwinow/it-projects-management-isr-1-1/blob/main/VSR_1.md</a:t>
            </a:r>
            <a:r>
              <a:rPr lang="en-US" dirty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0648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01F9CB-80ED-71AD-9204-E6671310C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ВСР 2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044181-3AEA-4147-62EB-206185965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Создание первоначального макета компоненты образовательной среды корпоративного обучения с использованием сервиса визуального проектирования и публичное его представление.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https://drive.google.com/file/d/1JI0UrB0F0Z2hYM7_TMcrdc_8pXr3nWrQ/view?usp=drive_link</a:t>
            </a:r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44309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2DDBBC-A13E-36BC-364E-7308A90F9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ВСР 3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D6F7FE-8420-6091-9746-004C78DBC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Написание фрагмента технического задания по созданию отдельного модуля образовательной среды и создание отчета-репозитория о проделанной работе в </a:t>
            </a:r>
            <a:r>
              <a:rPr lang="ru-RU" dirty="0" err="1"/>
              <a:t>GitHub</a:t>
            </a:r>
            <a:r>
              <a:rPr lang="ru-RU" dirty="0"/>
              <a:t>, оформление с использованием разметки </a:t>
            </a:r>
            <a:r>
              <a:rPr lang="ru-RU" dirty="0" err="1"/>
              <a:t>Markdown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https://github.com/logwinow/it-projects-management-isr-1-1/blob/main/VSR_3.md</a:t>
            </a:r>
            <a:r>
              <a:rPr lang="en-US" dirty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313378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615489-8469-39FF-6BA2-FE6299A9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ВСР 4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23A8F8-1725-0432-1DF1-919E2C188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Анализ одной методологии разработки программных ИТ-продуктов для корпоративного обучения и создание презентации с её кратким описанием. Публичное представление.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https://github.com/logwinow/it-projects-management-isr-1-1/blob/main/VSR_4.md</a:t>
            </a:r>
            <a:r>
              <a:rPr lang="en-US" dirty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507425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00076F-59BA-6AB3-16A2-13CBC9646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DBC633-008D-D0D7-7847-C635B2072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 рамках работы были рассмотрены ключевые процессы управления проектами разработки программного обеспечения, а также этапы жизненного цикла ПО, используемого для формирования образовательной среды. Изучены основные принципы и понятия методологии управления проектами SCRUM и особенности её применения в образовательной сфере. Дополнительно были проанализированы сервисы </a:t>
            </a:r>
            <a:r>
              <a:rPr lang="ru-RU" dirty="0" err="1"/>
              <a:t>Git</a:t>
            </a:r>
            <a:r>
              <a:rPr lang="ru-RU" dirty="0"/>
              <a:t>, </a:t>
            </a:r>
            <a:r>
              <a:rPr lang="ru-RU" dirty="0" err="1"/>
              <a:t>Figma</a:t>
            </a:r>
            <a:r>
              <a:rPr lang="ru-RU" dirty="0"/>
              <a:t>, </a:t>
            </a:r>
            <a:r>
              <a:rPr lang="ru-RU" dirty="0" err="1"/>
              <a:t>Miro</a:t>
            </a:r>
            <a:r>
              <a:rPr lang="ru-RU" dirty="0"/>
              <a:t> и другие инструменты, применяемые для решения профессиональных задач. </a:t>
            </a:r>
            <a:r>
              <a:rPr lang="ru-RU"/>
              <a:t>По итогам работы были разработаны прототипы технического задания и обучающего ресурса.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5303103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797</Words>
  <Application>Microsoft Office PowerPoint</Application>
  <PresentationFormat>Широкоэкранный</PresentationFormat>
  <Paragraphs>53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Тема Office</vt:lpstr>
      <vt:lpstr>Отчёт по дисциплине «Управление IT-проектами для корпоративного обучения»</vt:lpstr>
      <vt:lpstr>Цель работы</vt:lpstr>
      <vt:lpstr>ИСР 1.1</vt:lpstr>
      <vt:lpstr>ИСР 1.2</vt:lpstr>
      <vt:lpstr>ИСР 2.1</vt:lpstr>
      <vt:lpstr>ИСР 2.2</vt:lpstr>
      <vt:lpstr>ИСР 3.1</vt:lpstr>
      <vt:lpstr>ИСР 3.2</vt:lpstr>
      <vt:lpstr>ИСР 3.3</vt:lpstr>
      <vt:lpstr>ИСР 4.1</vt:lpstr>
      <vt:lpstr>ВСР 1</vt:lpstr>
      <vt:lpstr>ВСР 2</vt:lpstr>
      <vt:lpstr>ВСР 3</vt:lpstr>
      <vt:lpstr>ВСР 4</vt:lpstr>
      <vt:lpstr>Итоги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Андрей</dc:creator>
  <cp:lastModifiedBy>Андрей</cp:lastModifiedBy>
  <cp:revision>1</cp:revision>
  <dcterms:created xsi:type="dcterms:W3CDTF">2025-12-23T22:38:25Z</dcterms:created>
  <dcterms:modified xsi:type="dcterms:W3CDTF">2025-12-23T22:39:34Z</dcterms:modified>
</cp:coreProperties>
</file>